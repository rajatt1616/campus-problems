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CampusComplaint is a Django web app that manages campus complaints from filing through verified closure. The tagline sums up the four stages: file, assign, resolve,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not that complaints are rare; it is that they are scattered. CampusComplaint gives each one a single tracked path with a clear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Features follow the life of a complaint: filing, triage, resolution, verification, and visibility. Auto IDs make each issue easy to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own their complaints, admins own triage and oversight, and departments own the resolution work. Visibility is limited by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lifecycle is strict: Filed to Assigned to In Progress to Resolved to Closed. Students can reject a resolution or reopen a closed complaint, and every change is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stack is deliberately simple: Django for the backend and templates, SQLite for storage, Tailwind for styling, and plain JavaScript for small interactions. There is no separate frontend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one complaint as a student, assign it as an admin, resolve it as the department, then accept it back as the student. Demo accounts are listed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delivers a complete, accountable complaint workflow. Next steps are notifications, attachments, production deployment, and a mobile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41848" y="105156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4028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18181B"/>
                </a:solidFill>
                <a:latin typeface="Segoe UI"/>
              </a:rPr>
              <a:t>CampusComplaint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4338CA"/>
                </a:solidFill>
                <a:latin typeface="Segoe UI"/>
              </a:rPr>
              <a:t>File.  Assign.  Resolve.  Verify.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3703320"/>
            <a:ext cx="914400" cy="4572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71717A"/>
                </a:solidFill>
                <a:latin typeface="Segoe UI"/>
              </a:rPr>
              <a:t>Campus Grievance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71717A"/>
                </a:solidFill>
                <a:latin typeface="Segoe UI"/>
              </a:rPr>
              <a:t>Django Web Application  · 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181B"/>
                </a:solidFill>
                <a:latin typeface="Segoe UI"/>
              </a:rPr>
              <a:t>What It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914400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1717A"/>
                </a:solidFill>
                <a:latin typeface="Segoe UI"/>
              </a:rPr>
              <a:t>One tracked workflow for campus complaints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49240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8181B"/>
                </a:solidFill>
                <a:latin typeface="Segoe U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00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Complaints live in paper forms, chats, and verbal requests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Issues get lost with no clear owner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No record of what changed, or when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Students cannot confirm a fix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00200"/>
            <a:ext cx="5349240" cy="38862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8105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338CA"/>
                </a:solidFill>
                <a:latin typeface="Segoe UI"/>
              </a:rP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86000"/>
            <a:ext cx="4800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One web app for the entire complaint journey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Every complaint has an ID, an owner, and a status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Full status history and remarks on every issue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Students verify and close the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4338CA"/>
                </a:solidFill>
                <a:latin typeface="Segoe UI"/>
              </a:rPr>
              <a:t>CampusComplaint turns scattered complaints into a tracked, accountable workflow.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19088"/>
            <a:ext cx="10908792" cy="914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CampusComplaint  ·  Campus Grievance Management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181B"/>
                </a:solidFill>
                <a:latin typeface="Segoe UI"/>
              </a:rPr>
              <a:t>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914400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1717A"/>
                </a:solidFill>
                <a:latin typeface="Segoe UI"/>
              </a:rPr>
              <a:t>Everything needed to run a complaint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49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600" b="1">
                <a:solidFill>
                  <a:srgbClr val="18181B"/>
                </a:solidFill>
                <a:latin typeface="Segoe UI"/>
              </a:rPr>
              <a:t>Filing —</a:t>
            </a:r>
            <a:r>
              <a:rPr sz="1600">
                <a:solidFill>
                  <a:srgbClr val="18181B"/>
                </a:solidFill>
                <a:latin typeface="Segoe UI"/>
              </a:rPr>
              <a:t> students submit a complaint with category and priority</a:t>
            </a:r>
          </a:p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600" b="1">
                <a:solidFill>
                  <a:srgbClr val="18181B"/>
                </a:solidFill>
                <a:latin typeface="Segoe UI"/>
              </a:rPr>
              <a:t>Triage —</a:t>
            </a:r>
            <a:r>
              <a:rPr sz="1600">
                <a:solidFill>
                  <a:srgbClr val="18181B"/>
                </a:solidFill>
                <a:latin typeface="Segoe UI"/>
              </a:rPr>
              <a:t> admins see all complaints and assign them to a department</a:t>
            </a:r>
          </a:p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600" b="1">
                <a:solidFill>
                  <a:srgbClr val="18181B"/>
                </a:solidFill>
                <a:latin typeface="Segoe UI"/>
              </a:rPr>
              <a:t>Resolution —</a:t>
            </a:r>
            <a:r>
              <a:rPr sz="1600">
                <a:solidFill>
                  <a:srgbClr val="18181B"/>
                </a:solidFill>
                <a:latin typeface="Segoe UI"/>
              </a:rPr>
              <a:t> departments start work and resolve with a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9632" y="1691640"/>
            <a:ext cx="5349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600" b="1">
                <a:solidFill>
                  <a:srgbClr val="18181B"/>
                </a:solidFill>
                <a:latin typeface="Segoe UI"/>
              </a:rPr>
              <a:t>Verification —</a:t>
            </a:r>
            <a:r>
              <a:rPr sz="1600">
                <a:solidFill>
                  <a:srgbClr val="18181B"/>
                </a:solidFill>
                <a:latin typeface="Segoe UI"/>
              </a:rPr>
              <a:t> students accept, reject with a reason, or reopen</a:t>
            </a:r>
          </a:p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600" b="1">
                <a:solidFill>
                  <a:srgbClr val="18181B"/>
                </a:solidFill>
                <a:latin typeface="Segoe UI"/>
              </a:rPr>
              <a:t>Visibility —</a:t>
            </a:r>
            <a:r>
              <a:rPr sz="1600">
                <a:solidFill>
                  <a:srgbClr val="18181B"/>
                </a:solidFill>
                <a:latin typeface="Segoe UI"/>
              </a:rPr>
              <a:t> remarks, status timeline, notifications, and search</a:t>
            </a:r>
          </a:p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600" b="1">
                <a:solidFill>
                  <a:srgbClr val="18181B"/>
                </a:solidFill>
                <a:latin typeface="Segoe UI"/>
              </a:rPr>
              <a:t>Admin tools —</a:t>
            </a:r>
            <a:r>
              <a:rPr sz="1600">
                <a:solidFill>
                  <a:srgbClr val="18181B"/>
                </a:solidFill>
                <a:latin typeface="Segoe UI"/>
              </a:rPr>
              <a:t> JSON export and a Django admin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92040"/>
            <a:ext cx="10908792" cy="86868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8181B"/>
                </a:solidFill>
                <a:latin typeface="Segoe UI"/>
              </a:rPr>
              <a:t>Every complaint gets an automatic ID such as CMP-0001, so it can be tracked and referenced.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19088"/>
            <a:ext cx="10908792" cy="914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CampusComplaint  ·  Campus Grievance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181B"/>
                </a:solidFill>
                <a:latin typeface="Segoe UI"/>
              </a:rPr>
              <a:t>Roles and Permissions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914400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1717A"/>
                </a:solidFill>
                <a:latin typeface="Segoe UI"/>
              </a:rPr>
              <a:t>Three roles, each with a clear scope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08792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866851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164592" marR="164592" marT="73152" marB="73152" anchor="ctr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What they can do</a:t>
                      </a:r>
                    </a:p>
                  </a:txBody>
                  <a:tcPr marL="164592" marR="164592" marT="73152" marB="73152" anchor="ctr">
                    <a:solidFill>
                      <a:srgbClr val="4338CA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338CA"/>
                          </a:solidFill>
                          <a:latin typeface="Segoe UI"/>
                        </a:rPr>
                        <a:t>Student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8181B"/>
                          </a:solidFill>
                          <a:latin typeface="Segoe UI"/>
                        </a:rPr>
                        <a:t>File complaints  ·  edit or delete while filed  ·  accept, reject, or reopen  ·  view own complaints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338C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164592" marR="164592" marT="73152" marB="73152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8181B"/>
                          </a:solidFill>
                          <a:latin typeface="Segoe UI"/>
                        </a:rPr>
                        <a:t>View all complaints  ·  assign to departments  ·  delete  ·  export JSON  ·  use Django admin</a:t>
                      </a:r>
                    </a:p>
                  </a:txBody>
                  <a:tcPr marL="164592" marR="164592" marT="73152" marB="73152" anchor="ctr">
                    <a:solidFill>
                      <a:srgbClr val="EEF2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338CA"/>
                          </a:solidFill>
                          <a:latin typeface="Segoe UI"/>
                        </a:rPr>
                        <a:t>Department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8181B"/>
                          </a:solidFill>
                          <a:latin typeface="Segoe UI"/>
                        </a:rPr>
                        <a:t>View assigned complaints  ·  start work  ·  mark resolved with a note  ·  add remarks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71717A"/>
                </a:solidFill>
                <a:latin typeface="Segoe UI"/>
              </a:rPr>
              <a:t>Permissions are enforced on the server, not just hidden in the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914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CampusComplaint  ·  Campus Grievance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181B"/>
                </a:solidFill>
                <a:latin typeface="Segoe UI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914400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1717A"/>
                </a:solidFill>
                <a:latin typeface="Segoe UI"/>
              </a:rPr>
              <a:t>The complaint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4338CA"/>
                </a:solidFill>
                <a:latin typeface="Segoe UI"/>
              </a:rPr>
              <a:t>Filed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17A"/>
                </a:solidFill>
                <a:latin typeface="Segoe UI"/>
              </a:rPr>
              <a:t>Student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1965960"/>
            <a:ext cx="320040" cy="228600"/>
          </a:xfrm>
          <a:prstGeom prst="right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169164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4338CA"/>
                </a:solidFill>
                <a:latin typeface="Segoe UI"/>
              </a:rPr>
              <a:t>Assigned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560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17A"/>
                </a:solidFill>
                <a:latin typeface="Segoe UI"/>
              </a:rPr>
              <a:t>Admin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54880" y="1965960"/>
            <a:ext cx="320040" cy="228600"/>
          </a:xfrm>
          <a:prstGeom prst="right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169164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4338CA"/>
                </a:solidFill>
                <a:latin typeface="Segoe UI"/>
              </a:rPr>
              <a:t>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60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17A"/>
                </a:solidFill>
                <a:latin typeface="Segoe UI"/>
              </a:rPr>
              <a:t>Department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95160" y="1965960"/>
            <a:ext cx="320040" cy="228600"/>
          </a:xfrm>
          <a:prstGeom prst="right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169164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4338CA"/>
                </a:solidFill>
                <a:latin typeface="Segoe UI"/>
              </a:rPr>
              <a:t>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560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17A"/>
                </a:solidFill>
                <a:latin typeface="Segoe UI"/>
              </a:rPr>
              <a:t>Department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35440" y="1965960"/>
            <a:ext cx="320040" cy="228600"/>
          </a:xfrm>
          <a:prstGeom prst="right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0" y="169164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4338CA"/>
                </a:solidFill>
                <a:latin typeface="Segoe UI"/>
              </a:rPr>
              <a:t>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560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1717A"/>
                </a:solidFill>
                <a:latin typeface="Segoe UI"/>
              </a:rPr>
              <a:t>Student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5349240" cy="73152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8181B"/>
                </a:solidFill>
                <a:latin typeface="Segoe UI"/>
              </a:rPr>
              <a:t>Reject: Resolved → 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576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Segoe UI"/>
              </a:rPr>
              <a:t>Student gives a mandatory reason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246120"/>
            <a:ext cx="5349240" cy="73152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4107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8181B"/>
                </a:solidFill>
                <a:latin typeface="Segoe UI"/>
              </a:rPr>
              <a:t>Reopen: Closed → Reopened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6576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Segoe UI"/>
              </a:rPr>
              <a:t>Student reopens; priority rises one level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43400"/>
            <a:ext cx="1090879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526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8181B"/>
                </a:solidFill>
                <a:latin typeface="Segoe UI"/>
              </a:rPr>
              <a:t>Under the hood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8181B"/>
                </a:solidFill>
                <a:latin typeface="Segoe UI"/>
              </a:rPr>
              <a:t>Django handles authentication, forms, and validation. Business rules live in a services layer, and every status change is written to a history 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19088"/>
            <a:ext cx="10908792" cy="914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CampusComplaint  ·  Campus Grievance Management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10528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181B"/>
                </a:solidFill>
                <a:latin typeface="Segoe UI"/>
              </a:rP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914400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1717A"/>
                </a:solidFill>
                <a:latin typeface="Segoe UI"/>
              </a:rPr>
              <a:t>A Django application with a lightweight frontend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08792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439912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anchor="ctr" marL="164592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anchor="ctr" marL="164592">
                    <a:solidFill>
                      <a:srgbClr val="4338C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338CA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181B"/>
                          </a:solidFill>
                          <a:latin typeface="Segoe UI"/>
                        </a:rPr>
                        <a:t>Python 3.14  ·  Django 6.1.2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338CA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anchor="ctr" marL="164592" marR="16459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181B"/>
                          </a:solidFill>
                          <a:latin typeface="Segoe UI"/>
                        </a:rPr>
                        <a:t>SQLite  ·  Django ORM</a:t>
                      </a:r>
                    </a:p>
                  </a:txBody>
                  <a:tcPr anchor="ctr" marL="164592" marR="164592">
                    <a:solidFill>
                      <a:srgbClr val="EEF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338CA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181B"/>
                          </a:solidFill>
                          <a:latin typeface="Segoe UI"/>
                        </a:rPr>
                        <a:t>Django Templates  ·  Tailwind CSS  ·  vanilla JavaScript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338CA"/>
                          </a:solidFill>
                          <a:latin typeface="Segoe UI"/>
                        </a:rPr>
                        <a:t>Authentication</a:t>
                      </a:r>
                    </a:p>
                  </a:txBody>
                  <a:tcPr anchor="ctr" marL="164592" marR="16459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181B"/>
                          </a:solidFill>
                          <a:latin typeface="Segoe UI"/>
                        </a:rPr>
                        <a:t>Django auth with email login</a:t>
                      </a:r>
                    </a:p>
                  </a:txBody>
                  <a:tcPr anchor="ctr" marL="164592" marR="164592">
                    <a:solidFill>
                      <a:srgbClr val="EEF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338C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181B"/>
                          </a:solidFill>
                          <a:latin typeface="Segoe UI"/>
                        </a:rPr>
                        <a:t>Django admin panel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338CA"/>
                          </a:solidFill>
                          <a:latin typeface="Segoe UI"/>
                        </a:rPr>
                        <a:t>Quality</a:t>
                      </a:r>
                    </a:p>
                  </a:txBody>
                  <a:tcPr anchor="ctr" marL="164592" marR="16459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181B"/>
                          </a:solidFill>
                          <a:latin typeface="Segoe UI"/>
                        </a:rPr>
                        <a:t>Services layer  ·  database transactions  ·  audit history</a:t>
                      </a:r>
                    </a:p>
                  </a:txBody>
                  <a:tcPr anchor="ctr" marL="164592" marR="164592">
                    <a:solidFill>
                      <a:srgbClr val="EEF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338CA"/>
                          </a:solidFill>
                          <a:latin typeface="Segoe UI"/>
                        </a:rPr>
                        <a:t>Testing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181B"/>
                          </a:solidFill>
                          <a:latin typeface="Segoe UI"/>
                        </a:rPr>
                        <a:t>55 automated tests with Django TestCase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6419088"/>
            <a:ext cx="10908792" cy="914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CampusComplaint  ·  Campus Grievance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181B"/>
                </a:solidFill>
                <a:latin typeface="Segoe UI"/>
              </a:rPr>
              <a:t>Demo and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914400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1717A"/>
                </a:solidFill>
                <a:latin typeface="Segoe UI"/>
              </a:rPr>
              <a:t>A quick look at the main screens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214884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4338CA"/>
                </a:solidFill>
                <a:latin typeface="Segoe UI"/>
              </a:rPr>
              <a:t>Student Dashboard
</a:t>
            </a:r>
            <a:r>
              <a:rPr sz="1100">
                <a:solidFill>
                  <a:srgbClr val="71717A"/>
                </a:solidFill>
                <a:latin typeface="Segoe UI"/>
              </a:rPr>
              <a:t>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508760"/>
            <a:ext cx="3429000" cy="214884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4338CA"/>
                </a:solidFill>
                <a:latin typeface="Segoe UI"/>
              </a:rPr>
              <a:t>Complaint Detail
</a:t>
            </a:r>
            <a:r>
              <a:rPr sz="1100">
                <a:solidFill>
                  <a:srgbClr val="71717A"/>
                </a:solidFill>
                <a:latin typeface="Segoe UI"/>
              </a:rPr>
              <a:t>Screenshot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1" y="1508760"/>
            <a:ext cx="3429000" cy="214884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4338CA"/>
                </a:solidFill>
                <a:latin typeface="Segoe UI"/>
              </a:rPr>
              <a:t>Admin Dashboard
</a:t>
            </a:r>
            <a:r>
              <a:rPr sz="1100">
                <a:solidFill>
                  <a:srgbClr val="71717A"/>
                </a:solidFill>
                <a:latin typeface="Segoe UI"/>
              </a:rPr>
              <a:t>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090879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181B"/>
                </a:solidFill>
                <a:latin typeface="Segoe UI"/>
              </a:rPr>
              <a:t>Demo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8056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8181B"/>
                </a:solidFill>
                <a:latin typeface="Segoe UI"/>
              </a:rPr>
              <a:t>Student       rajat@student.srmist.edu  /  student123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73168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8181B"/>
                </a:solidFill>
                <a:latin typeface="Segoe UI"/>
              </a:rPr>
              <a:t>Admin          admin@srmist.edu  /  admin123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657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8181B"/>
                </a:solidFill>
                <a:latin typeface="Segoe UI"/>
              </a:rPr>
              <a:t>Department   mess@srmist.edu  /  dept123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526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71717A"/>
                </a:solidFill>
                <a:latin typeface="Segoe UI"/>
              </a:rPr>
              <a:t>Run:  python manage.py runserver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19088"/>
            <a:ext cx="10908792" cy="914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CampusComplaint  ·  Campus Grievance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10528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181B"/>
                </a:solidFill>
                <a:latin typeface="Segoe UI"/>
              </a:rPr>
              <a:t>Conclusion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914400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1717A"/>
                </a:solidFill>
                <a:latin typeface="Segoe UI"/>
              </a:rPr>
              <a:t>A small system with a complete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492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8181B"/>
                </a:solidFill>
                <a:latin typeface="Segoe UI"/>
              </a:rPr>
              <a:t>What It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00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One tracked workflow for every complaint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Clear ownership and status at all times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Full audit trail of status changes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A student verification loop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Role-based access and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00200"/>
            <a:ext cx="5349240" cy="36576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8105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338CA"/>
                </a:solidFill>
                <a:latin typeface="Segoe UI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86000"/>
            <a:ext cx="4800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Email and SMS notifications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File attachments on complaints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PostgreSQL and production deployment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SLA timers and automatic escalation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•  </a:t>
            </a:r>
            <a:r>
              <a:rPr sz="1500">
                <a:solidFill>
                  <a:srgbClr val="18181B"/>
                </a:solidFill>
                <a:latin typeface="Segoe UI"/>
              </a:rPr>
              <a:t>REST API and a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4338CA"/>
                </a:solidFill>
                <a:latin typeface="Segoe UI"/>
              </a:rPr>
              <a:t>Thank you  ·  Questions?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19088"/>
            <a:ext cx="10908792" cy="914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Segoe UI"/>
              </a:rPr>
              <a:t>CampusComplaint  ·  Campus Grievance Management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1717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